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758B6-F400-EE91-D4A5-0723FF789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E59401-10A0-6FFF-8A1F-A17639A76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CD6EB-14C1-0EDB-9267-F38D6C14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37998-C1E2-1BFA-FD71-2C82CF112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66625-09CB-9DB0-7EEF-883A6F7F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43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882B9-C54F-10A1-3D58-81E9A4C0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D0570-1438-6423-5484-0FC06746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35BB3-B9B3-BD35-F0CB-3F9A05FA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A2DA1-DA70-29D8-A3EA-8F52ED9B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7FAB42-8009-0085-20F4-43CFDD96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94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B23CF-7640-161F-93F8-BE9CF637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5454FE-F5F0-C03B-09C1-D71AA7EA6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6AB711-33A3-2BE1-F4E9-95A9201F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5BF18B-25E2-5731-8608-903F5C3B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617A7-4448-68A8-6F80-53C9EBF1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27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D71D5-D244-011B-1A77-FBC8D5C0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999-D7E2-9BEC-880E-C57904FE1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0F9B4B-5FD7-1CA3-CF56-7B9E4F77A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DD66D0-4838-2786-55F1-93C616D8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1A9428-B748-35F6-F85A-17D6D0FC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2E5BAE-8B56-DD22-6C6D-A9C59EE3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00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83DA8-F8D1-9196-92F2-B5F47C70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EC717-D1CD-99BD-9F65-378950888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B7914C-EE6C-0CCA-3E6B-0F2B5232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E71D50-DB82-750C-3CAD-524D3B383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F9343-A996-42B4-189F-5BBA16CC4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0D3F59-EF64-5783-A71B-C83952B30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00A31C-2C9E-75E7-4C71-61232413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695578-09B9-81C0-41CE-F20BF3AE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15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7F2E0-4D86-6097-7643-C9B1616F5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E8F90D-6208-8AB7-8AA2-17B642917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9A29BD-D20A-DF2D-5317-6EBF1E398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3FB95D-2188-639C-572B-9C43236C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CAD8AD-7634-7869-89E8-BA4CF88C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3C2A4A-CC00-4847-6968-C1E3AF90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6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8F66D-045E-0A8F-F9F1-696B0918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6F060F-FEBF-0895-6EE0-BB6DF31F5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136BD8-535F-6CD3-4E97-EE12CB465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7D3BBE-138E-CA3B-0DA4-709E7C11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2FEAA0-275F-7BB3-9F9E-2606617C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E0544B-2B61-D227-0959-A64863CD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52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9B4B1-9F80-EE7D-DF3A-B62D9EBB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5CEA65-1DF2-E187-5B41-C2FD3A5B5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8A0C89-7CDA-B2BE-4CAE-1AD00B7D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956EC1-E390-87EB-4344-5C1E2F2B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400575-9766-0604-AB22-BDC4BF65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03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C09FF7-7BB8-4228-CF18-35AC0F83C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B38F39-FCAB-1469-0953-F3D715D68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60EBCA-BAD5-F840-5F2A-1B25B1EA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BC5913-952C-440F-A0E3-EBDC2E4B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EB55B-82DB-C22E-4B8F-777B3AEC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50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C827A1-5D84-A47C-B336-7A060A64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52A32F-716B-70FA-0E20-A809CFD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CB48C-F39E-797E-9853-CF19D344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0BB77-90D3-4F06-9C71-C0016EF1CA5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15D87-D730-2A14-DF3D-97A6F7FB9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9C55F-17C3-4B26-3B39-AFED12DFD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2E8D4-6BBC-4404-BAE7-7E64214EA3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" name="FooterLine"/>
          <p:cNvSpPr/>
          <p:nvPr userDrawn="1"/>
        </p:nvSpPr>
        <p:spPr>
          <a:xfrm>
            <a:off x="457200" y="6400800"/>
            <a:ext cx="8229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37032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57FCE9-6D26-43F9-830E-A18360BDDD7C}"/>
              </a:ext>
            </a:extLst>
          </p:cNvPr>
          <p:cNvSpPr txBox="1"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4400" b="1">
                <a:solidFill>
                  <a:srgbClr val="1F2937"/>
                </a:solidFill>
              </a:rPr>
              <a:t>매뉴얼 작성 가이드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3DE45-6394-465C-98D8-8E79553C6ADD}"/>
              </a:ext>
            </a:extLst>
          </p:cNvPr>
          <p:cNvSpPr txBox="1"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>
                <a:solidFill>
                  <a:srgbClr val="4B5563"/>
                </a:solidFill>
              </a:rPr>
              <a:t>운영자 매뉴얼 </a:t>
            </a:r>
            <a:r>
              <a:rPr lang="en-US" altLang="ko-KR" sz="2200">
                <a:solidFill>
                  <a:srgbClr val="4B5563"/>
                </a:solidFill>
              </a:rPr>
              <a:t>· </a:t>
            </a:r>
            <a:r>
              <a:rPr lang="ko-KR" altLang="en-US" sz="2200">
                <a:solidFill>
                  <a:srgbClr val="4B5563"/>
                </a:solidFill>
              </a:rPr>
              <a:t>프로세스 매뉴얼 작성 절차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9D24B8-D6A2-43CE-BDAA-C2CD3AFAFD41}"/>
              </a:ext>
            </a:extLst>
          </p:cNvPr>
          <p:cNvSpPr/>
          <p:nvPr/>
        </p:nvSpPr>
        <p:spPr>
          <a:xfrm>
            <a:off x="1016000" y="4318000"/>
            <a:ext cx="1524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279F0-E528-4CB7-B88B-6A4B6DD7D16D}"/>
              </a:ext>
            </a:extLst>
          </p:cNvPr>
          <p:cNvSpPr txBox="1"/>
          <p:nvPr/>
        </p:nvSpPr>
        <p:spPr>
          <a:xfrm>
            <a:off x="1016000" y="4572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>
                <a:solidFill>
                  <a:srgbClr val="6B7280"/>
                </a:solidFill>
              </a:rPr>
              <a:t>Claude Project </a:t>
            </a:r>
            <a:r>
              <a:rPr lang="ko-KR" altLang="en-US" sz="1600">
                <a:solidFill>
                  <a:srgbClr val="6B7280"/>
                </a:solidFill>
              </a:rPr>
              <a:t>활용 </a:t>
            </a:r>
            <a:r>
              <a:rPr lang="en-US" altLang="ko-KR" sz="1600">
                <a:solidFill>
                  <a:srgbClr val="6B7280"/>
                </a:solidFill>
              </a:rPr>
              <a:t>· Opus 4.7 </a:t>
            </a:r>
            <a:r>
              <a:rPr lang="ko-KR" altLang="en-US" sz="1600">
                <a:solidFill>
                  <a:srgbClr val="6B7280"/>
                </a:solidFill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27874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2D3266-CCFC-4C66-B84B-18A69D89D784}"/>
              </a:ext>
            </a:extLst>
          </p:cNvPr>
          <p:cNvSpPr txBox="1"/>
          <p:nvPr/>
        </p:nvSpPr>
        <p:spPr>
          <a:xfrm>
            <a:off x="762000" y="3048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000" b="1">
                <a:solidFill>
                  <a:srgbClr val="1F2937"/>
                </a:solidFill>
              </a:rPr>
              <a:t>매뉴얼 작성 절차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6E176-92C2-4D4A-9EE8-73835A3C0122}"/>
              </a:ext>
            </a:extLst>
          </p:cNvPr>
          <p:cNvSpPr txBox="1"/>
          <p:nvPr/>
        </p:nvSpPr>
        <p:spPr>
          <a:xfrm>
            <a:off x="762000" y="812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6B7280"/>
                </a:solidFill>
              </a:rPr>
              <a:t>공통사항을 지키고</a:t>
            </a:r>
            <a:r>
              <a:rPr lang="en-US" altLang="ko-KR" sz="1400">
                <a:solidFill>
                  <a:srgbClr val="6B7280"/>
                </a:solidFill>
              </a:rPr>
              <a:t>, </a:t>
            </a:r>
            <a:r>
              <a:rPr lang="ko-KR" altLang="en-US" sz="1400">
                <a:solidFill>
                  <a:srgbClr val="6B7280"/>
                </a:solidFill>
              </a:rPr>
              <a:t>매뉴얼 유형별 차이점을 적용합니다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C8D539-8335-4940-B89D-CBDFE4881054}"/>
              </a:ext>
            </a:extLst>
          </p:cNvPr>
          <p:cNvSpPr/>
          <p:nvPr/>
        </p:nvSpPr>
        <p:spPr>
          <a:xfrm>
            <a:off x="762000" y="1270000"/>
            <a:ext cx="10668000" cy="4064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  공통사항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4564FC-943B-4B0C-B3A1-93021B162E5D}"/>
              </a:ext>
            </a:extLst>
          </p:cNvPr>
          <p:cNvSpPr/>
          <p:nvPr/>
        </p:nvSpPr>
        <p:spPr>
          <a:xfrm>
            <a:off x="762000" y="1676400"/>
            <a:ext cx="10668000" cy="1244600"/>
          </a:xfrm>
          <a:prstGeom prst="rect">
            <a:avLst/>
          </a:prstGeom>
          <a:solidFill>
            <a:srgbClr val="F9FAFB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D64225F-1B4C-4DAC-A158-1BC54CE6FEBF}"/>
              </a:ext>
            </a:extLst>
          </p:cNvPr>
          <p:cNvSpPr/>
          <p:nvPr/>
        </p:nvSpPr>
        <p:spPr>
          <a:xfrm>
            <a:off x="889000" y="1879600"/>
            <a:ext cx="330200" cy="330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FFC0B-ED53-42D8-996A-0031ACD08654}"/>
              </a:ext>
            </a:extLst>
          </p:cNvPr>
          <p:cNvSpPr txBox="1"/>
          <p:nvPr/>
        </p:nvSpPr>
        <p:spPr>
          <a:xfrm>
            <a:off x="1320800" y="18288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F2937"/>
                </a:solidFill>
              </a:rPr>
              <a:t>Opus 4.7 </a:t>
            </a:r>
            <a:r>
              <a:rPr lang="ko-KR" altLang="en-US" sz="1500" b="1">
                <a:solidFill>
                  <a:srgbClr val="1F2937"/>
                </a:solidFill>
              </a:rPr>
              <a:t>사용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76F32-0054-4C4F-9C6B-22AA9DAC7644}"/>
              </a:ext>
            </a:extLst>
          </p:cNvPr>
          <p:cNvSpPr txBox="1"/>
          <p:nvPr/>
        </p:nvSpPr>
        <p:spPr>
          <a:xfrm>
            <a:off x="1320800" y="2108200"/>
            <a:ext cx="2997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B5563"/>
                </a:solidFill>
              </a:rPr>
              <a:t>반드시 </a:t>
            </a:r>
            <a:r>
              <a:rPr lang="en-US" altLang="ko-KR" sz="1300">
                <a:solidFill>
                  <a:srgbClr val="4B5563"/>
                </a:solidFill>
              </a:rPr>
              <a:t>Opus 4.7 </a:t>
            </a:r>
            <a:r>
              <a:rPr lang="ko-KR" altLang="en-US" sz="1300">
                <a:solidFill>
                  <a:srgbClr val="4B5563"/>
                </a:solidFill>
              </a:rPr>
              <a:t>모델로 작성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9DADD14-3B38-493D-804E-C75A9F976145}"/>
              </a:ext>
            </a:extLst>
          </p:cNvPr>
          <p:cNvSpPr/>
          <p:nvPr/>
        </p:nvSpPr>
        <p:spPr>
          <a:xfrm>
            <a:off x="4445000" y="1879600"/>
            <a:ext cx="330200" cy="330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AEBC8-C7D9-4E7B-8C58-EA9F62C40C64}"/>
              </a:ext>
            </a:extLst>
          </p:cNvPr>
          <p:cNvSpPr txBox="1"/>
          <p:nvPr/>
        </p:nvSpPr>
        <p:spPr>
          <a:xfrm>
            <a:off x="4876800" y="18288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1F2937"/>
                </a:solidFill>
              </a:rPr>
              <a:t>Claude Project</a:t>
            </a:r>
            <a:r>
              <a:rPr lang="ko-KR" altLang="en-US" sz="1500" b="1">
                <a:solidFill>
                  <a:srgbClr val="1F2937"/>
                </a:solidFill>
              </a:rPr>
              <a:t>에서 작성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58802D-50A7-4092-B96A-FBEA4B642F92}"/>
              </a:ext>
            </a:extLst>
          </p:cNvPr>
          <p:cNvSpPr txBox="1"/>
          <p:nvPr/>
        </p:nvSpPr>
        <p:spPr>
          <a:xfrm>
            <a:off x="4876800" y="2108200"/>
            <a:ext cx="2997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B5563"/>
                </a:solidFill>
              </a:rPr>
              <a:t>지정된 프로젝트 메뉴에서 시작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6D1FB4B-66AF-4491-A858-7CC1B3B11268}"/>
              </a:ext>
            </a:extLst>
          </p:cNvPr>
          <p:cNvSpPr/>
          <p:nvPr/>
        </p:nvSpPr>
        <p:spPr>
          <a:xfrm>
            <a:off x="8001000" y="1879600"/>
            <a:ext cx="330200" cy="330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8B36A6-85FF-4616-94F1-3A9121A9B2DE}"/>
              </a:ext>
            </a:extLst>
          </p:cNvPr>
          <p:cNvSpPr txBox="1"/>
          <p:nvPr/>
        </p:nvSpPr>
        <p:spPr>
          <a:xfrm>
            <a:off x="8432800" y="18288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1F2937"/>
                </a:solidFill>
              </a:rPr>
              <a:t>양식 기준 작성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B98C2-1F4B-4EB5-996D-5B72C90FC6BC}"/>
              </a:ext>
            </a:extLst>
          </p:cNvPr>
          <p:cNvSpPr txBox="1"/>
          <p:nvPr/>
        </p:nvSpPr>
        <p:spPr>
          <a:xfrm>
            <a:off x="8432800" y="2108200"/>
            <a:ext cx="2997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B5563"/>
                </a:solidFill>
              </a:rPr>
              <a:t>프로젝트 첨부파일 변경 시 공유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685C9AF-A8C8-4F97-A77D-E74825F40E03}"/>
              </a:ext>
            </a:extLst>
          </p:cNvPr>
          <p:cNvSpPr/>
          <p:nvPr/>
        </p:nvSpPr>
        <p:spPr>
          <a:xfrm>
            <a:off x="762000" y="3149600"/>
            <a:ext cx="5207000" cy="243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6C7F30-1CC1-4B77-AA0F-4142F39CF6F3}"/>
              </a:ext>
            </a:extLst>
          </p:cNvPr>
          <p:cNvSpPr/>
          <p:nvPr/>
        </p:nvSpPr>
        <p:spPr>
          <a:xfrm>
            <a:off x="762000" y="3149600"/>
            <a:ext cx="5207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6360B9-8954-40A5-B6EE-12B1D2DA118A}"/>
              </a:ext>
            </a:extLst>
          </p:cNvPr>
          <p:cNvSpPr/>
          <p:nvPr/>
        </p:nvSpPr>
        <p:spPr>
          <a:xfrm>
            <a:off x="965200" y="3429000"/>
            <a:ext cx="457200" cy="457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37E280-362F-4797-A0C4-CCC4CCFCD371}"/>
              </a:ext>
            </a:extLst>
          </p:cNvPr>
          <p:cNvSpPr txBox="1"/>
          <p:nvPr/>
        </p:nvSpPr>
        <p:spPr>
          <a:xfrm>
            <a:off x="1524000" y="3454400"/>
            <a:ext cx="4292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1F2937"/>
                </a:solidFill>
              </a:rPr>
              <a:t>운영자 매뉴얼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C2138A-2483-478F-838F-D8B1D3122B39}"/>
              </a:ext>
            </a:extLst>
          </p:cNvPr>
          <p:cNvSpPr txBox="1"/>
          <p:nvPr/>
        </p:nvSpPr>
        <p:spPr>
          <a:xfrm>
            <a:off x="1524000" y="3860800"/>
            <a:ext cx="429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고유 작업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24D3DA-ADB3-45CF-83F6-09947BAD87A2}"/>
              </a:ext>
            </a:extLst>
          </p:cNvPr>
          <p:cNvSpPr txBox="1"/>
          <p:nvPr/>
        </p:nvSpPr>
        <p:spPr>
          <a:xfrm>
            <a:off x="965200" y="4140200"/>
            <a:ext cx="4800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프로젝트 </a:t>
            </a:r>
            <a:r>
              <a:rPr lang="en-US" altLang="ko-KR" sz="1300" dirty="0">
                <a:solidFill>
                  <a:srgbClr val="374151"/>
                </a:solidFill>
              </a:rPr>
              <a:t>: '</a:t>
            </a:r>
            <a:r>
              <a:rPr lang="ko-KR" altLang="en-US" sz="1300" dirty="0">
                <a:solidFill>
                  <a:srgbClr val="374151"/>
                </a:solidFill>
              </a:rPr>
              <a:t>운영자 매뉴얼</a:t>
            </a:r>
            <a:r>
              <a:rPr lang="en-US" altLang="ko-KR" sz="1300" dirty="0">
                <a:solidFill>
                  <a:srgbClr val="374151"/>
                </a:solidFill>
              </a:rPr>
              <a:t>' </a:t>
            </a:r>
            <a:r>
              <a:rPr lang="ko-KR" altLang="en-US" sz="1300" dirty="0">
                <a:solidFill>
                  <a:srgbClr val="374151"/>
                </a:solidFill>
              </a:rPr>
              <a:t>선택
</a:t>
            </a:r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화면</a:t>
            </a:r>
            <a:r>
              <a:rPr lang="en-US" altLang="ko-KR" sz="1300" dirty="0">
                <a:solidFill>
                  <a:srgbClr val="374151"/>
                </a:solidFill>
              </a:rPr>
              <a:t>·</a:t>
            </a:r>
            <a:r>
              <a:rPr lang="ko-KR" altLang="en-US" sz="1300" dirty="0">
                <a:solidFill>
                  <a:srgbClr val="374151"/>
                </a:solidFill>
              </a:rPr>
              <a:t>기능 단위로 작성
</a:t>
            </a:r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이미지마다 기능 설명 첨부 필수
</a:t>
            </a:r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설명 누락 시 </a:t>
            </a:r>
            <a:r>
              <a:rPr lang="en-US" altLang="ko-KR" sz="1300" dirty="0">
                <a:solidFill>
                  <a:srgbClr val="374151"/>
                </a:solidFill>
              </a:rPr>
              <a:t>ABAP </a:t>
            </a:r>
            <a:r>
              <a:rPr lang="ko-KR" altLang="en-US" sz="1300" dirty="0">
                <a:solidFill>
                  <a:srgbClr val="374151"/>
                </a:solidFill>
              </a:rPr>
              <a:t>소스를 임의 판단함 </a:t>
            </a:r>
            <a:r>
              <a:rPr lang="en-US" altLang="ko-KR" sz="1300" dirty="0">
                <a:solidFill>
                  <a:srgbClr val="374151"/>
                </a:solidFill>
              </a:rPr>
              <a:t>(</a:t>
            </a:r>
            <a:r>
              <a:rPr lang="ko-KR" altLang="en-US" sz="1300" dirty="0">
                <a:solidFill>
                  <a:srgbClr val="374151"/>
                </a:solidFill>
              </a:rPr>
              <a:t>주의</a:t>
            </a:r>
            <a:r>
              <a:rPr lang="en-US" altLang="ko-KR" sz="1300" dirty="0">
                <a:solidFill>
                  <a:srgbClr val="374151"/>
                </a:solidFill>
              </a:rPr>
              <a:t>)</a:t>
            </a:r>
            <a:endParaRPr lang="ko-KR" altLang="en-US" sz="1300" dirty="0">
              <a:solidFill>
                <a:srgbClr val="37415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F80EFE-25CD-4D3D-A3A3-B58213A76ED8}"/>
              </a:ext>
            </a:extLst>
          </p:cNvPr>
          <p:cNvSpPr/>
          <p:nvPr/>
        </p:nvSpPr>
        <p:spPr>
          <a:xfrm>
            <a:off x="6223000" y="3149600"/>
            <a:ext cx="5207000" cy="243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66AB6A9-F2F0-4677-B370-D59B0EE7D1F2}"/>
              </a:ext>
            </a:extLst>
          </p:cNvPr>
          <p:cNvSpPr/>
          <p:nvPr/>
        </p:nvSpPr>
        <p:spPr>
          <a:xfrm>
            <a:off x="6223000" y="3149600"/>
            <a:ext cx="5207000" cy="762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084C5B4-3CD8-4519-B71A-873F2E980E20}"/>
              </a:ext>
            </a:extLst>
          </p:cNvPr>
          <p:cNvSpPr/>
          <p:nvPr/>
        </p:nvSpPr>
        <p:spPr>
          <a:xfrm>
            <a:off x="6426200" y="3429000"/>
            <a:ext cx="457200" cy="457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27E6A-C6CB-41EC-AA22-D7D876317EE9}"/>
              </a:ext>
            </a:extLst>
          </p:cNvPr>
          <p:cNvSpPr txBox="1"/>
          <p:nvPr/>
        </p:nvSpPr>
        <p:spPr>
          <a:xfrm>
            <a:off x="6985000" y="3454400"/>
            <a:ext cx="4292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1F2937"/>
                </a:solidFill>
              </a:rPr>
              <a:t>프로세스 매뉴얼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508CD4-98B7-4E2F-A85A-03B646E6A6C0}"/>
              </a:ext>
            </a:extLst>
          </p:cNvPr>
          <p:cNvSpPr txBox="1"/>
          <p:nvPr/>
        </p:nvSpPr>
        <p:spPr>
          <a:xfrm>
            <a:off x="6985000" y="3860800"/>
            <a:ext cx="429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10B981"/>
                </a:solidFill>
              </a:rPr>
              <a:t>고유 작업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B7E855-C26B-4623-8D17-61DC9DC72E2B}"/>
              </a:ext>
            </a:extLst>
          </p:cNvPr>
          <p:cNvSpPr txBox="1"/>
          <p:nvPr/>
        </p:nvSpPr>
        <p:spPr>
          <a:xfrm>
            <a:off x="6426200" y="4140200"/>
            <a:ext cx="4800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프로젝트 </a:t>
            </a:r>
            <a:r>
              <a:rPr lang="en-US" altLang="ko-KR" sz="1300" dirty="0">
                <a:solidFill>
                  <a:srgbClr val="374151"/>
                </a:solidFill>
              </a:rPr>
              <a:t>: '</a:t>
            </a:r>
            <a:r>
              <a:rPr lang="ko-KR" altLang="en-US" sz="1300" dirty="0">
                <a:solidFill>
                  <a:srgbClr val="374151"/>
                </a:solidFill>
              </a:rPr>
              <a:t>프로세스 요약</a:t>
            </a:r>
            <a:r>
              <a:rPr lang="en-US" altLang="ko-KR" sz="1300" dirty="0">
                <a:solidFill>
                  <a:srgbClr val="374151"/>
                </a:solidFill>
              </a:rPr>
              <a:t>' </a:t>
            </a:r>
            <a:r>
              <a:rPr lang="ko-KR" altLang="en-US" sz="1300" dirty="0">
                <a:solidFill>
                  <a:srgbClr val="374151"/>
                </a:solidFill>
              </a:rPr>
              <a:t>선택
</a:t>
            </a:r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업무 흐름 단위로 작성
</a:t>
            </a:r>
            <a:r>
              <a:rPr lang="en-US" altLang="ko-KR" sz="1300" dirty="0">
                <a:solidFill>
                  <a:srgbClr val="374151"/>
                </a:solidFill>
              </a:rPr>
              <a:t>• </a:t>
            </a:r>
            <a:r>
              <a:rPr lang="ko-KR" altLang="en-US" sz="1300" dirty="0">
                <a:solidFill>
                  <a:srgbClr val="374151"/>
                </a:solidFill>
              </a:rPr>
              <a:t>하위 운영자 매뉴얼 모두 첨부
</a:t>
            </a:r>
            <a:r>
              <a:rPr lang="en-US" altLang="ko-KR" sz="1300" dirty="0">
                <a:solidFill>
                  <a:srgbClr val="374151"/>
                </a:solidFill>
              </a:rPr>
              <a:t>• 1</a:t>
            </a:r>
            <a:r>
              <a:rPr lang="ko-KR" altLang="en-US" sz="1300" dirty="0">
                <a:solidFill>
                  <a:srgbClr val="374151"/>
                </a:solidFill>
              </a:rPr>
              <a:t>번 완성 후 첨부하여 작성 요청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3AA252-B3CA-48F9-B328-633E6CD0D6C6}"/>
              </a:ext>
            </a:extLst>
          </p:cNvPr>
          <p:cNvSpPr txBox="1"/>
          <p:nvPr/>
        </p:nvSpPr>
        <p:spPr>
          <a:xfrm>
            <a:off x="762000" y="5816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6B7280"/>
                </a:solidFill>
              </a:rPr>
              <a:t>💡 작성 순서</a:t>
            </a:r>
            <a:r>
              <a:rPr lang="en-US" altLang="ko-KR" sz="1300" b="1">
                <a:solidFill>
                  <a:srgbClr val="6B7280"/>
                </a:solidFill>
              </a:rPr>
              <a:t>: </a:t>
            </a:r>
            <a:r>
              <a:rPr lang="ko-KR" altLang="en-US" sz="1300" b="1">
                <a:solidFill>
                  <a:srgbClr val="6B7280"/>
                </a:solidFill>
              </a:rPr>
              <a:t>운영자 매뉴얼 → 프로세스 매뉴얼</a:t>
            </a:r>
          </a:p>
        </p:txBody>
      </p:sp>
    </p:spTree>
    <p:extLst>
      <p:ext uri="{BB962C8B-B14F-4D97-AF65-F5344CB8AC3E}">
        <p14:creationId xmlns:p14="http://schemas.microsoft.com/office/powerpoint/2010/main" val="1018685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9165747516]">
  <a:themeElements>
    <a:clrScheme name="Office">
      <a:dk1>
        <a:srgbClr val="1F2937"/>
      </a:dk1>
      <a:lt1>
        <a:srgbClr val="FFFFFF"/>
      </a:lt1>
      <a:dk2>
        <a:srgbClr val="374151"/>
      </a:dk2>
      <a:lt2>
        <a:srgbClr val="F3F4F6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0563C1"/>
      </a:hlink>
      <a:folHlink>
        <a:srgbClr val="954F72"/>
      </a:folHlink>
    </a:clrScheme>
    <a:fontScheme name="Office">
      <a:majorFont>
        <a:latin typeface="Malgun Gothic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74A4A0-A105-4D15-AAB7-D7BCDE5B3B2E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c5b444ff-88fb-4b48-a6f4-17e860a5c0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139</Words>
  <Application>Microsoft Office PowerPoint</Application>
  <PresentationFormat>와이드스크린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테마 [1779165747516]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재석 피</dc:creator>
  <cp:lastModifiedBy>재석 피</cp:lastModifiedBy>
  <cp:revision>4</cp:revision>
  <dcterms:created xsi:type="dcterms:W3CDTF">2026-05-19T04:42:27Z</dcterms:created>
  <dcterms:modified xsi:type="dcterms:W3CDTF">2026-05-19T05:10:23Z</dcterms:modified>
</cp:coreProperties>
</file>